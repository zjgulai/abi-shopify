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7894" r:id="rId4"/>
    <p:sldId id="7957" r:id="rId6"/>
    <p:sldId id="7954" r:id="rId7"/>
    <p:sldId id="7950" r:id="rId8"/>
    <p:sldId id="7951" r:id="rId9"/>
    <p:sldId id="7952" r:id="rId10"/>
    <p:sldId id="7953" r:id="rId11"/>
    <p:sldId id="7942" r:id="rId12"/>
    <p:sldId id="7955" r:id="rId13"/>
    <p:sldId id="7956" r:id="rId14"/>
    <p:sldId id="7949" r:id="rId15"/>
    <p:sldId id="7947" r:id="rId16"/>
    <p:sldId id="794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0460"/>
    <a:srgbClr val="2B0960"/>
    <a:srgbClr val="400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1"/>
    <p:restoredTop sz="95573"/>
  </p:normalViewPr>
  <p:slideViewPr>
    <p:cSldViewPr snapToGrid="0" snapToObjects="1">
      <p:cViewPr varScale="1">
        <p:scale>
          <a:sx n="106" d="100"/>
          <a:sy n="106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4DB53-EF98-184E-B7D8-1B023BF62D2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循序渐进</a:t>
            </a:r>
            <a:r>
              <a:rPr lang="zh-CN" altLang="en-US" dirty="0"/>
              <a:t>，从流量师思维 </a:t>
            </a:r>
            <a:r>
              <a:rPr lang="en-US" altLang="zh-CN" dirty="0"/>
              <a:t>–</a:t>
            </a:r>
            <a:r>
              <a:rPr lang="zh-CN" altLang="en-US" dirty="0"/>
              <a:t> 理解站外流量底层逻辑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11975-FC1B-AF43-A43A-739460EC5B9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13BE2-B050-CC48-AA9D-2FAA3A09A18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603D5-2C91-2B46-9F77-3DDFB799FBE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015-70D5-3441-8092-AA54C7F6BF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478" y="171738"/>
            <a:ext cx="1418364" cy="437884"/>
          </a:xfrm>
          <a:prstGeom prst="rect">
            <a:avLst/>
          </a:prstGeom>
        </p:spPr>
      </p:pic>
      <p:sp>
        <p:nvSpPr>
          <p:cNvPr id="13" name="Title 1"/>
          <p:cNvSpPr txBox="1"/>
          <p:nvPr/>
        </p:nvSpPr>
        <p:spPr>
          <a:xfrm>
            <a:off x="2200926" y="0"/>
            <a:ext cx="8902503" cy="78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独立站全链路实战营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打造千万美金店铺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Nelson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2580029" y="548453"/>
            <a:ext cx="9626614" cy="644862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讲师背景：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765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Nelson </a:t>
            </a:r>
            <a:r>
              <a:rPr lang="zh-CN" altLang="en-US" sz="1765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千</a:t>
            </a:r>
            <a:r>
              <a:rPr lang="zh-CN" sz="1765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万美金独立站操盘手</a:t>
            </a:r>
            <a:r>
              <a:rPr lang="en-US" sz="1765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765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00000"/>
              </a:lnSpc>
              <a:spcBef>
                <a:spcPts val="700"/>
              </a:spcBef>
              <a:buFont typeface="Symbol" panose="05050102010706020507" pitchFamily="2" charset="2"/>
              <a:buChar char=""/>
            </a:pP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深耕独立站与全球品牌全渠道运营（线上</a:t>
            </a:r>
            <a:r>
              <a:rPr lang="en-US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线下），擅长构建可规模化的增长模</a:t>
            </a:r>
            <a:r>
              <a:rPr lang="zh-CN" altLang="en-US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型</a:t>
            </a:r>
            <a:endParaRPr lang="en-US" sz="1765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00000"/>
              </a:lnSpc>
              <a:spcBef>
                <a:spcPts val="700"/>
              </a:spcBef>
              <a:buFont typeface="Symbol" panose="05050102010706020507" pitchFamily="2" charset="2"/>
              <a:buChar char=""/>
            </a:pP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多品类独立站</a:t>
            </a:r>
            <a:r>
              <a:rPr lang="en-US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0-1</a:t>
            </a: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孵化实战专家，带队</a:t>
            </a:r>
            <a:r>
              <a:rPr lang="zh-CN" sz="1765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打造多个独立站项目月</a:t>
            </a:r>
            <a:r>
              <a:rPr lang="en-US" sz="1765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GMV 15W+</a:t>
            </a:r>
            <a:r>
              <a:rPr lang="zh-CN" sz="1765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sz="1765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50W+</a:t>
            </a:r>
            <a:r>
              <a:rPr lang="zh-CN" sz="1765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美金</a:t>
            </a:r>
            <a:endParaRPr lang="en-US" sz="1765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00000"/>
              </a:lnSpc>
              <a:spcBef>
                <a:spcPts val="700"/>
              </a:spcBef>
              <a:buFont typeface="Symbol" panose="05050102010706020507" pitchFamily="2" charset="2"/>
              <a:buChar char=""/>
            </a:pP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主导品牌年</a:t>
            </a:r>
            <a:r>
              <a:rPr lang="en-US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GMV </a:t>
            </a: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突破</a:t>
            </a:r>
            <a:r>
              <a:rPr lang="en-US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500 </a:t>
            </a: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万美金，</a:t>
            </a:r>
            <a:r>
              <a:rPr lang="zh-CN" sz="1765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将品牌推至行业全球第一</a:t>
            </a: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，并成功布局</a:t>
            </a:r>
            <a:r>
              <a:rPr lang="en-US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400+ </a:t>
            </a: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全球分销商网络</a:t>
            </a:r>
            <a:endParaRPr lang="en-US" sz="1765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00000"/>
              </a:lnSpc>
              <a:spcBef>
                <a:spcPts val="700"/>
              </a:spcBef>
              <a:buFont typeface="Symbol" panose="05050102010706020507" pitchFamily="2" charset="2"/>
              <a:buChar char=""/>
            </a:pP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操盘</a:t>
            </a:r>
            <a:r>
              <a:rPr lang="en-US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Google Ads </a:t>
            </a:r>
            <a:r>
              <a:rPr lang="zh-CN" sz="1765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年消耗超百万美金</a:t>
            </a:r>
            <a:r>
              <a:rPr lang="zh-CN" sz="1765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，精通冷启动、加速期与规模化增长的全链路投放体系</a:t>
            </a:r>
            <a:endParaRPr lang="en-US" sz="1765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3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课程亮点：</a:t>
            </a:r>
            <a:endParaRPr lang="en-US" altLang="zh-CN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8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千万美金操盘视角 </a:t>
            </a:r>
            <a:r>
              <a:rPr lang="en-US" altLang="zh-CN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全链路增长模型：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拆解亚马逊</a:t>
            </a:r>
            <a:r>
              <a:rPr 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sz="18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Google×TikTok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全渠道协同增长模型</a:t>
            </a:r>
            <a:r>
              <a:rPr 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从“控流量、控用户、控利润”出发，构建可持续放量的盈利闭环，直击千万美金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GMV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增长路径</a:t>
            </a:r>
            <a:endParaRPr lang="en-US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大核心模块实战落地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，贯穿 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0-1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跑通模型到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1-10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放量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战略布局→赛道选择→选品破局→竞品洞察→建站优化→广告引爆→内容营销→团队组建与管理</a:t>
            </a:r>
            <a:endParaRPr lang="zh-CN" altLang="en-US" sz="1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冷启动期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-&gt;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成长期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-&gt;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成熟期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完整拆解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不同阶段的流量模型</a:t>
            </a:r>
            <a:r>
              <a:rPr lang="en-US" altLang="zh-CN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放量节奏与利润增长路径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4.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Meta &amp; Google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广告全链路打法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 冷启动搭建→扩量策略→素材优化→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ROI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提升，精准引流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稳定出单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5.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内容营销与社媒矩阵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：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红人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+Reddit、Ins、Youtube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社媒矩阵冷启动打法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0-1000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粉的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60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天涨粉规划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6.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可规模化的红人合作模型构建： 从“一次性投放”升级为“持续产出订单的内容资产”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沉淀长期价值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7. 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锁定高溢价、可持续盈利赛道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通过「爆品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长尾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组合」产品结构，打造兼具差异化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利润空间的产品体系</a:t>
            </a:r>
            <a:endParaRPr lang="en-US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竞品 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用户双洞察赋能：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大调研工具实操，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反向破解竞品的广告、内容</a:t>
            </a:r>
            <a:r>
              <a:rPr lang="zh-CN" altLang="en-US" sz="1800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策略与网站结构打法</a:t>
            </a:r>
            <a:endParaRPr lang="zh-CN" altLang="en-US" sz="1800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9.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Shopify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建站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转化双优化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：插件精选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速度提升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黄金页面结构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A/B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测试，显著提升移动端转化率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10.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团队管理与经营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提效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0–1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搭建敏捷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高效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团队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科学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KPI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设置，精准规划预算与现金流，助力业务高速增长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" y="0"/>
            <a:ext cx="18764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43605" y="1599565"/>
            <a:ext cx="7555865" cy="4041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你将</a:t>
            </a: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收获</a:t>
            </a:r>
            <a:endParaRPr lang="en-US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一套独立站全渠道盈利增长模型</a:t>
            </a:r>
            <a:endParaRPr lang="zh-CN" altLang="en-US" sz="1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一套赛道评估与产品结构设计方法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一套竞品、用户与红人调研体系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一套</a:t>
            </a:r>
            <a:r>
              <a:rPr lang="en-US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Shopify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建站与转化优化框架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一套</a:t>
            </a:r>
            <a:r>
              <a:rPr lang="en-US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Facebook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广告增长打法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一套红人、</a:t>
            </a:r>
            <a:r>
              <a:rPr lang="en-US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UGC</a:t>
            </a:r>
            <a:r>
              <a:rPr lang="zh-CN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Reddit</a:t>
            </a:r>
            <a:r>
              <a:rPr lang="zh-CN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与社媒内容矩阵</a:t>
            </a:r>
            <a:endParaRPr lang="zh-CN" altLang="en-US" sz="1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一套团队、预算与现金流经营体系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8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5228" y="171738"/>
            <a:ext cx="1418364" cy="437884"/>
          </a:xfrm>
          <a:prstGeom prst="rect">
            <a:avLst/>
          </a:prstGeom>
        </p:spPr>
      </p:pic>
      <p:sp>
        <p:nvSpPr>
          <p:cNvPr id="12" name="Title 1"/>
          <p:cNvSpPr txBox="1"/>
          <p:nvPr/>
        </p:nvSpPr>
        <p:spPr>
          <a:xfrm>
            <a:off x="2655586" y="457200"/>
            <a:ext cx="8902503" cy="78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独立站全链路实战营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打造千万美金店铺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Nelson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" y="60325"/>
            <a:ext cx="2773045" cy="3182620"/>
          </a:xfrm>
          <a:prstGeom prst="rect">
            <a:avLst/>
          </a:prstGeom>
        </p:spPr>
      </p:pic>
      <p:pic>
        <p:nvPicPr>
          <p:cNvPr id="4" name="图片 3" descr="75e5eacedbd4611e17582206b98e33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3429000"/>
            <a:ext cx="2005965" cy="2021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22373" y="1256618"/>
            <a:ext cx="8889593" cy="452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kern="100" dirty="0">
                <a:solidFill>
                  <a:schemeClr val="bg1"/>
                </a:solidFill>
                <a:highlight>
                  <a:srgbClr val="8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核心解决以下痛点</a:t>
            </a:r>
            <a:endParaRPr lang="en-US" sz="2000" b="1" kern="100" dirty="0">
              <a:solidFill>
                <a:schemeClr val="bg1"/>
              </a:solidFill>
              <a:highlight>
                <a:srgbClr val="8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别人做独立站能赚钱，我一上来就亏，不知道是赛道不对还是方法不对？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不知道竞品是怎么做起来的？不会看竞品的广告结构、流量来源、内容策略等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独立站引流困难，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FB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广告缺乏完整体系，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ROI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不高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红人合作了不少，但</a:t>
            </a:r>
            <a:r>
              <a:rPr 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ROI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算不清、缺少规模化方法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网站看起来没问题，但就是转化率低，不知道问题在哪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转化优化缺乏分析决策系统，不知道该改哪里、怎么验证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产品缺少差异化特色和品牌感，只能靠低价和广告硬推，推广困难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2" charset="2"/>
              <a:buChar char="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网站流量少、订单少、转化率低，不知道如何诊断问题，制定优化策略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8" descr="A black background with pink tex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5228" y="171738"/>
            <a:ext cx="1418364" cy="437884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2816876" y="457200"/>
            <a:ext cx="8902503" cy="781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线下课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独立站全链路实战营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打造千万美金店铺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Nelson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" y="60325"/>
            <a:ext cx="2773045" cy="3182620"/>
          </a:xfrm>
          <a:prstGeom prst="rect">
            <a:avLst/>
          </a:prstGeom>
        </p:spPr>
      </p:pic>
      <p:pic>
        <p:nvPicPr>
          <p:cNvPr id="10" name="图片 9" descr="75e5eacedbd4611e17582206b98e33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3429000"/>
            <a:ext cx="2005965" cy="2021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网站优化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系统化指导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277289" y="881923"/>
            <a:ext cx="7650177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高效建站（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Shopify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）与技术优化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以高标准建站与技术优化提升性能和移动端转化，支撑网站从冷启动顺利迈向增长阶段 </a:t>
            </a: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独立站页面信息架构：产品页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类目页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落地页的黄金结构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🔥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网站速度优化：图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片压缩、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Lazyload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、移动端体验提升等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冷启动期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vs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成长期的网站结构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差异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不同阶段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的网站优化重点与优先级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高转化页面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打造，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从漏斗各层级提升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279451" y="881923"/>
            <a:ext cx="7914711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转化优化 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&amp; A/B Test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系统方法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系统排查销售漏斗阻塞点，让流量真正转化为订单</a:t>
            </a: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高转化产品页黄金结构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、信任状、社会证明等，小细节让你大幅提升用户体验，提高转化率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深入解析用户行为漏斗的各关键节点，针对浏览→加购→结账→支付环节，制定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高效转化优化策略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赋能，如何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打造让用户无法拒绝的高转化产品文案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AutoNum type="arabicPeriod"/>
            </a:pP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A/B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测试典型案例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短 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长落地页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痛点文案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情绪文案等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工具实操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Shopify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后台、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GA4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及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A/B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测试工具应用</a:t>
            </a:r>
            <a:endParaRPr lang="zh-CN" alt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冷启动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成长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成熟期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搭建流量漏斗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5121" y="813816"/>
            <a:ext cx="8006879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网站三阶段流量布局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利用最小预算快速跑通冷启动模型，科学搭建流量漏斗，实现从精准引流到高频复购的跨越 </a:t>
            </a: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冷启动期：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如何用最小预算快速测试（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FB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成长期：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流量漏斗搭建、广告扩量策略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成熟期：精细化运营目标用户，利用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EDM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、各大社交媒体、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Reddit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等社群和论坛全面发力，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多渠道驱动复购增长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红人营销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高效放量实战打法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458335" y="814070"/>
            <a:ext cx="7274560" cy="523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红人营销（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KOL/KOC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内容增长（实操）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建立科学的红人筛选、合作与</a:t>
            </a:r>
            <a:r>
              <a:rPr lang="en-US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衡量体系，实现品牌声量与</a:t>
            </a:r>
            <a:r>
              <a:rPr lang="en-US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ROI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的双重增长</a:t>
            </a: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高效筛选网红的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大维度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微网红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vs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中微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vs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大网红的合作策略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红人内容二次投放的实战打法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UGC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内容如何与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FB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TikTok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联动推广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红人如何提升品牌声量、搜索量与转化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红人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ROI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计算与追踪体系搭建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亮点五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Meta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广告组合打法</a:t>
            </a:r>
            <a:endParaRPr 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400635" y="446984"/>
            <a:ext cx="7866200" cy="2783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Meta 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广告打法（实操） 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从冷启动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-&gt;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扩量，</a:t>
            </a:r>
            <a:r>
              <a:rPr lang="en-US" alt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FB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广告打法与素材策略完整体系 </a:t>
            </a:r>
            <a:r>
              <a:rPr lang="en-US" altLang="zh-CN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冷启动广告结构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：兴趣包 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广泛包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像素搭建与数据积累系统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三种投放素材设计的黄金结构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vs 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最佳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FB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广告策略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如何判断广告好坏：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CPM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CTR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ATC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CVR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的关键阈值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4400635" y="3022270"/>
            <a:ext cx="7866200" cy="3388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Google 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广告打法（实操） 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精准承接现有需求，获取精准订单，同时沉淀长期搜索流量资产</a:t>
            </a:r>
            <a:r>
              <a:rPr lang="en-US" altLang="zh-CN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独立站适合的广告类型：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 Search / Shopping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Search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Shopping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广告搭建及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使用策略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的正确启动方式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如何联动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SEO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、内容营销，打造长期自然流量蓄水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六：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Reddit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运营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打法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1475" y="574040"/>
            <a:ext cx="7967345" cy="5550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Reddit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运营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把握</a:t>
            </a:r>
            <a:r>
              <a:rPr lang="en-US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Reddit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独特的社区文化规则，用</a:t>
            </a:r>
            <a:r>
              <a:rPr lang="en-US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非广告式</a:t>
            </a:r>
            <a:r>
              <a:rPr lang="en-US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内容渗透高价值用户，沉淀品牌口碑与精准导流</a:t>
            </a:r>
            <a:r>
              <a:rPr lang="en-US" altLang="zh-CN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sz="18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读懂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Reddit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的底层逻辑：为什么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Reddit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DTC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品牌的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隐藏金矿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endParaRPr lang="en-US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用户画像：高收入、高决策力、反广告文化</a:t>
            </a:r>
            <a:endParaRPr lang="zh-CN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b. Reddit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内容对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 SEO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的影响机制（为什么产品评测帖常年霸占搜索结果首页）</a:t>
            </a:r>
            <a:endParaRPr lang="zh-CN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Subreddit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挖掘与社区热度分析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🔥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掌握三大工具，找到与品类强相关的核心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Subreddit</a:t>
            </a:r>
            <a:endParaRPr lang="en-US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判断一个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Subreddit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是否值得运营的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个核心指标</a:t>
            </a:r>
            <a:endParaRPr 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Reddit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内容策略：如何在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不打广告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的社区里合法推广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三类有效内容模板：测评型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/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痛点讨论型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/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免费资源型</a:t>
            </a:r>
            <a:endParaRPr lang="zh-CN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哪些行为会被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Ban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，哪些边界可以试探</a:t>
            </a:r>
            <a:endParaRPr 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七：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社交媒体</a:t>
            </a:r>
            <a:b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内容矩阵打法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181475" y="447040"/>
            <a:ext cx="7434580" cy="5513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社交媒体内容矩阵运营逻辑</a:t>
            </a: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构建以品牌心智为核心的多平台内容矩阵，用差异化的平台策略覆盖</a:t>
            </a:r>
            <a:r>
              <a:rPr lang="en-US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种草</a:t>
            </a:r>
            <a:r>
              <a:rPr lang="en-US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养草</a:t>
            </a:r>
            <a:r>
              <a:rPr lang="en-US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拔草</a:t>
            </a:r>
            <a:r>
              <a:rPr lang="en-US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全链路，驱动自然流量与用户留存</a:t>
            </a:r>
            <a:r>
              <a:rPr lang="en-US" altLang="zh-CN" sz="1800" b="1" i="1" dirty="0">
                <a:solidFill>
                  <a:srgbClr val="160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sz="1600" i="1" dirty="0">
                <a:solidFill>
                  <a:srgbClr val="1604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社交媒体在独立站增长中的定位：流量</a:t>
            </a:r>
            <a:r>
              <a:rPr lang="en-US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vs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品牌资产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付费广告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vs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自然社媒的协同关系</a:t>
            </a:r>
            <a:endParaRPr lang="zh-CN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不同阶段（冷启动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成长期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成熟期）社媒投入优先级如何排序</a:t>
            </a:r>
            <a:endParaRPr lang="zh-CN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主流平台分工与内容策略差异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内容矩阵搭建</a:t>
            </a:r>
            <a:endParaRPr lang="zh-CN" alt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账号冷启动：从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真实粉丝的</a:t>
            </a:r>
            <a:r>
              <a:rPr lang="en-US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60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天节奏规划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内容发布频率与互动策略</a:t>
            </a:r>
            <a:endParaRPr lang="zh-CN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b. 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如何借力红人合作快速拉升账号权重</a:t>
            </a:r>
            <a:endParaRPr 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社交媒体与独立站的数据联动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🔥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a. UTM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追踪：精准识别哪个平台</a:t>
            </a: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哪条内容带来了真实转化</a:t>
            </a:r>
            <a:endParaRPr lang="zh-CN" alt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b. GA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数据追踪分析</a:t>
            </a:r>
            <a:endParaRPr lang="en-US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八：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竞品调研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全面破解竞品打法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445705" y="881923"/>
            <a:ext cx="7650177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竞品调研与用户洞察（含红人调研）（实操）</a:t>
            </a:r>
            <a:endParaRPr lang="en-US" altLang="zh-CN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反向拆解竞品增长路径，从用户真实需求中找到突破机会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四大调研工具体系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SimilarWeb / FB Ads Library / SEMrush/ Buzzsumo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分析竞争对手的广告打法、网站结构、内容策略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洞察用户的真实需求与情绪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：从评论挖痛点、从痛点推卖点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红人调研：如何判断一个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KOL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是否值得合作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九：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增长模型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产品策略</a:t>
            </a:r>
            <a:endParaRPr 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232237" y="502492"/>
            <a:ext cx="7650177" cy="26085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独立站的商业逻辑与全渠道协同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实现‘独立站+亚马逊’协同增长模型，真正掌控流量、用户与利润）</a:t>
            </a:r>
            <a:endParaRPr lang="zh-CN" altLang="en-US" sz="1800" b="1" i="1" dirty="0">
              <a:solidFill>
                <a:srgbClr val="160460"/>
              </a:solidFill>
              <a:effectLst/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回归本质，深挖平台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vs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独立站的核心差异（控流量、控资产、控利润）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全渠道协同增长模型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Amazon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 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 </a:t>
            </a:r>
            <a:r>
              <a:rPr 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Google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TikTok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独立站盈利四要素：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AOV / CVR / LTV / CAC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的增长逻辑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Content Placeholder 2"/>
          <p:cNvSpPr txBox="1"/>
          <p:nvPr/>
        </p:nvSpPr>
        <p:spPr>
          <a:xfrm>
            <a:off x="4337501" y="3110910"/>
            <a:ext cx="7854499" cy="3028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赛道选择、行业适配与产品结构设计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科学判断赛道、规避经营风险，打造高溢价产品组合 ） </a:t>
            </a:r>
            <a:endParaRPr lang="zh-CN" altLang="en-US" sz="1800" b="1" i="1" dirty="0">
              <a:solidFill>
                <a:srgbClr val="160460"/>
              </a:solidFill>
              <a:effectLst/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如何判断一个赛道是否适合做独立站（政策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货源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合规）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不同行业的风险与转化特点解析（哪些品类天生高转化？哪些高风险？）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产品结构设计：爆品、长尾品、组合策略等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产品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标新立异的差异化如何实现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：价值主张、情绪价值与视觉锤设计，让产品更具说服力、更好卖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15645"/>
          <a:stretch>
            <a:fillRect/>
          </a:stretch>
        </p:blipFill>
        <p:spPr>
          <a:xfrm>
            <a:off x="-157035" y="107950"/>
            <a:ext cx="4338827" cy="6642100"/>
          </a:xfrm>
          <a:prstGeom prst="rect">
            <a:avLst/>
          </a:prstGeom>
        </p:spPr>
      </p:pic>
      <p:pic>
        <p:nvPicPr>
          <p:cNvPr id="16" name="Picture 15" descr="A black background with pink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34" y="293840"/>
            <a:ext cx="1904879" cy="58808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243013"/>
            <a:ext cx="3855720" cy="437197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亮点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十：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团队搭建、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KPI</a:t>
            </a:r>
            <a:b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预算管理</a:t>
            </a:r>
            <a:endParaRPr 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4338827" y="703222"/>
            <a:ext cx="792856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100" b="1" dirty="0">
                <a:solidFill>
                  <a:srgbClr val="1604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团队搭建、预算管理与经营体系</a:t>
            </a:r>
            <a:endParaRPr lang="zh-CN" altLang="en-US" sz="2100" b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搭建结果导向</a:t>
            </a:r>
            <a:r>
              <a:rPr lang="zh-CN" altLang="en-US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型敏捷团队，通过科学的资金周转管理，确保业务在安全水位上高速增长 </a:t>
            </a:r>
            <a:r>
              <a:rPr lang="zh-CN" sz="1800" b="1" i="1" dirty="0">
                <a:solidFill>
                  <a:srgbClr val="160460"/>
                </a:solidFill>
                <a:effectLst/>
                <a:ea typeface="Microsoft YaHei U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sz="1600" i="1" dirty="0">
                <a:solidFill>
                  <a:srgbClr val="160460"/>
                </a:solidFill>
                <a:effectLst/>
              </a:rPr>
              <a:t> </a:t>
            </a:r>
            <a:endParaRPr lang="zh-CN" altLang="en-US" sz="2100" b="1" i="1" dirty="0">
              <a:solidFill>
                <a:srgbClr val="1604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独立站团队从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0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的搭建路径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初期团队配置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：运营、客服、内容、红人、供应链等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独立站各岗位的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KPI 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&amp; 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绩效结构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🔥</a:t>
            </a:r>
            <a:endParaRPr 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</a:t>
            </a:r>
            <a:r>
              <a:rPr 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把控广告支出与回款节奏</a:t>
            </a:r>
            <a:r>
              <a:rPr 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，实现现金流健康与可持续增长</a:t>
            </a: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ts val="25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3766</Words>
  <Application>WPS 演示</Application>
  <PresentationFormat>Widescreen</PresentationFormat>
  <Paragraphs>168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Times New Roman</vt:lpstr>
      <vt:lpstr>Symbol</vt:lpstr>
      <vt:lpstr>Microsoft YaHei UI</vt:lpstr>
      <vt:lpstr>Arial Unicode MS</vt:lpstr>
      <vt:lpstr>Calibri Light</vt:lpstr>
      <vt:lpstr>Calibri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亮点一： 网站优化 系统化指导</vt:lpstr>
      <vt:lpstr>亮点二： 高转化页面打造， 从漏斗各层级提升</vt:lpstr>
      <vt:lpstr>亮点三： 冷启动/成长/成熟期 科学搭建流量漏斗</vt:lpstr>
      <vt:lpstr>亮点四： 红人营销 高效放量实战打法</vt:lpstr>
      <vt:lpstr>亮点五： Meta x Google 广告组合打法</vt:lpstr>
      <vt:lpstr>亮点六： Reddit 运营打法</vt:lpstr>
      <vt:lpstr>亮点七： 社交媒体 内容矩阵打法 </vt:lpstr>
      <vt:lpstr>亮点八： 深度竞品调研 全面破解竞品打法</vt:lpstr>
      <vt:lpstr>亮点九： 独立站增长模型 &amp; 产品策略</vt:lpstr>
      <vt:lpstr>亮点十： 团队搭建、KPI &amp; 预算管理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Ruize Sun</dc:creator>
  <cp:lastModifiedBy>於訫於妳丶</cp:lastModifiedBy>
  <cp:revision>121</cp:revision>
  <dcterms:created xsi:type="dcterms:W3CDTF">2026-06-22T04:04:00Z</dcterms:created>
  <dcterms:modified xsi:type="dcterms:W3CDTF">2026-06-22T15:23:14Z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B287E15B252E4B7A9AB3248A135B63BF_13</vt:lpwstr>
  </property>
</Properties>
</file>